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1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Crack Length (cm)</c:v>
                </c:pt>
              </c:strCache>
            </c:strRef>
          </c:tx>
          <c:spPr>
            <a:solidFill>
              <a:srgbClr val="59595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January</c:v>
                </c:pt>
                <c:pt idx="1">
                  <c:v>September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</c:v>
                </c:pt>
                <c:pt idx="1">
                  <c:v>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F4-422C-8B5A-FA811D5A358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D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Calibri"/>
                  </a:rPr>
                  <a:t>Length (cm)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985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C764DE79-268F-4C1A-8933-263129D2AF90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09153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60457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764DE79-268F-4C1A-8933-263129D2AF90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3256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99505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85911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94476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69643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9117527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C764DE79-268F-4C1A-8933-263129D2AF90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3770489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5890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4540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306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170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LOGIC LEAGUE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96596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Infrastructure Inspection</a:t>
            </a:r>
            <a:endParaRPr lang="en-US" sz="3600" dirty="0"/>
          </a:p>
          <a:p>
            <a:pPr marL="0" indent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Risk Prioritization System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41248" y="3794760"/>
            <a:ext cx="201168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3977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ENIGMO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4343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LEAGUE |  07-10-2026</a:t>
            </a:r>
            <a:endParaRPr lang="en-US" sz="13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5DF54A0D-18AA-1703-1AC1-017D2EC40DDE}"/>
              </a:ext>
            </a:extLst>
          </p:cNvPr>
          <p:cNvSpPr txBox="1"/>
          <p:nvPr/>
        </p:nvSpPr>
        <p:spPr>
          <a:xfrm>
            <a:off x="4841546" y="518159"/>
            <a:ext cx="2508907" cy="1082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600" b="1" dirty="0"/>
              <a:t>INSPECT</a:t>
            </a:r>
            <a:r>
              <a:rPr lang="en-US" sz="3600" dirty="0"/>
              <a:t> </a:t>
            </a:r>
            <a:r>
              <a:rPr lang="en-US" sz="3600" b="1" dirty="0"/>
              <a:t>IQ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Inspections don't scale with aging infrastructure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10515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2200"/>
              </a:spcAft>
              <a:buSzPct val="100000"/>
              <a:buChar char="–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Road, bridge and building inspections are largely manual and time-consuming</a:t>
            </a:r>
            <a:endParaRPr lang="en-US" sz="1700" dirty="0"/>
          </a:p>
          <a:p>
            <a:pPr marL="203200" indent="-203200">
              <a:spcAft>
                <a:spcPts val="2200"/>
              </a:spcAft>
              <a:buSzPct val="100000"/>
              <a:buChar char="–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must review hundreds of images per site, often inconsistently</a:t>
            </a:r>
            <a:endParaRPr lang="en-US" sz="1700" dirty="0"/>
          </a:p>
          <a:p>
            <a:pPr marL="203200" indent="-203200">
              <a:spcAft>
                <a:spcPts val="2200"/>
              </a:spcAft>
              <a:buSzPct val="100000"/>
              <a:buChar char="–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severity is judged subjectively — there is no standard measurement</a:t>
            </a:r>
            <a:endParaRPr lang="en-US" sz="1700" dirty="0"/>
          </a:p>
          <a:p>
            <a:pPr marL="203200" indent="-203200">
              <a:spcAft>
                <a:spcPts val="2200"/>
              </a:spcAft>
              <a:buSzPct val="100000"/>
              <a:buChar char="–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reliable way to track whether damage is getting worse over time</a:t>
            </a:r>
            <a:endParaRPr lang="en-US" sz="1700" dirty="0"/>
          </a:p>
          <a:p>
            <a:pPr marL="203200" indent="-203200">
              <a:spcAft>
                <a:spcPts val="2200"/>
              </a:spcAft>
              <a:buSzPct val="100000"/>
              <a:buChar char="–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reactive maintenance instead of proactive risk management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E50C7ED1-447E-60A0-D9C1-3B9DBEC6206C}"/>
              </a:ext>
            </a:extLst>
          </p:cNvPr>
          <p:cNvSpPr txBox="1"/>
          <p:nvPr/>
        </p:nvSpPr>
        <p:spPr>
          <a:xfrm>
            <a:off x="358858" y="6361981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ENIGMO   |   LOGIC LEAGUE 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pipeline: detect, measure, track, prioritize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system that converts raw inspection images into actionable maintenance intelligence.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 →  Measure  →  Track  →  Assess Risk  →  Prioritize  →  Recommend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66160"/>
            <a:ext cx="10515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Image/video is preprocessed and passed through a fine-tuned YOLO model</a:t>
            </a:r>
            <a:endParaRPr lang="en-US" sz="1500" dirty="0"/>
          </a:p>
          <a:p>
            <a:pPr marL="203200" indent="-2032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defects are measured and compared against past inspections</a:t>
            </a:r>
            <a:endParaRPr lang="en-US" sz="1500" dirty="0"/>
          </a:p>
          <a:p>
            <a:pPr marL="203200" indent="-2032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 engine scores each defect and ranks assets by priority</a:t>
            </a:r>
            <a:endParaRPr lang="en-US" sz="1500" dirty="0"/>
          </a:p>
          <a:p>
            <a:pPr marL="203200" indent="-2032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shown on a dashboard and summarized in an inspection report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A13BB6F7-43F3-732A-0C9B-C20E2F4A78A5}"/>
              </a:ext>
            </a:extLst>
          </p:cNvPr>
          <p:cNvSpPr txBox="1"/>
          <p:nvPr/>
        </p:nvSpPr>
        <p:spPr>
          <a:xfrm>
            <a:off x="358858" y="6361981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ENIGMO   |   LOGIC LEAGUE 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 ANALYSIS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 image to real measurements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Detection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5120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YOLO11n / YOLO11s model trained on an infrastructure-defect dataset</a:t>
            </a:r>
            <a:endParaRPr lang="en-US" sz="1400" dirty="0"/>
          </a:p>
          <a:p>
            <a:pPr marL="203200" indent="-203200"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cracks, potholes, corrosion and spalling</a:t>
            </a:r>
            <a:endParaRPr lang="en-US" sz="1400" dirty="0"/>
          </a:p>
          <a:p>
            <a:pPr marL="203200" indent="-203200"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defect type, bounding-box location and confidence score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80760" y="1828800"/>
            <a:ext cx="0" cy="402336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Measurement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286000"/>
            <a:ext cx="5120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— approximate length or area of each defect</a:t>
            </a:r>
            <a:endParaRPr lang="en-US" sz="1400" dirty="0"/>
          </a:p>
          <a:p>
            <a:pPr marL="203200" indent="-203200"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— how densely defects occur on a surface</a:t>
            </a:r>
            <a:endParaRPr lang="en-US" sz="1400" dirty="0"/>
          </a:p>
          <a:p>
            <a:pPr marL="203200" indent="-203200"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— number of defects detected per asset</a:t>
            </a:r>
            <a:endParaRPr lang="en-US" sz="1400" dirty="0"/>
          </a:p>
          <a:p>
            <a:pPr marL="203200" indent="-203200"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— where the defect sits within the structure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9EE0D7B6-B5B3-53D9-2D69-BBEF786A01FF}"/>
              </a:ext>
            </a:extLst>
          </p:cNvPr>
          <p:cNvSpPr txBox="1"/>
          <p:nvPr/>
        </p:nvSpPr>
        <p:spPr>
          <a:xfrm>
            <a:off x="358858" y="6361981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ENIGMO   |   LOGIC LEAGUE 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classification and asset prioritization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0881360" cy="1920240"/>
        </p:xfrm>
        <a:graphic>
          <a:graphicData uri="http://schemas.openxmlformats.org/drawingml/2006/table">
            <a:tbl>
              <a:tblPr/>
              <a:tblGrid>
                <a:gridCol w="3627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Minor, stable defect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 on routine schedule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Worsening or moderate defect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 inspection soon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Severe or rapidly growing defect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 action required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3"/>
          <p:cNvSpPr txBox="1"/>
          <p:nvPr/>
        </p:nvSpPr>
        <p:spPr>
          <a:xfrm>
            <a:off x="548640" y="4023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Rule-based, transparent scoring today — combines size, density and count. Designed to evolve into a learned ML risk model later.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617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ranking assets, not just flagging defects: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9834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High-risk bridge: rapid crack growth, immediate inspection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— Deteriorating road: moderate, worsening, schedule soon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— Minor stable crack: low priority, routine monitoring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939ADA09-AA31-DFD2-93D1-086B652E6597}"/>
              </a:ext>
            </a:extLst>
          </p:cNvPr>
          <p:cNvSpPr txBox="1"/>
          <p:nvPr/>
        </p:nvSpPr>
        <p:spPr>
          <a:xfrm>
            <a:off x="358858" y="6361981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ENIGMO   |   LOGIC LEAGUE 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DETERIORATION TRACKING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inspections over time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Crack #1 on a bridge asset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2240280"/>
          <a:ext cx="60350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2286000"/>
          <a:ext cx="4480560" cy="2377440"/>
        </p:xfrm>
        <a:graphic>
          <a:graphicData uri="http://schemas.openxmlformats.org/drawingml/2006/table">
            <a:tbl>
              <a:tblPr/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Crack Length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January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 cm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September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 cm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7040880" y="48006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for accelerated deterioration and prioritized for inspection.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7A66D8EC-527E-EF4F-B6DD-08F10D960A12}"/>
              </a:ext>
            </a:extLst>
          </p:cNvPr>
          <p:cNvSpPr txBox="1"/>
          <p:nvPr/>
        </p:nvSpPr>
        <p:spPr>
          <a:xfrm>
            <a:off x="358858" y="6361981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ENIGMO   |   LOGIC LEAGUE 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STACK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view of asset health, built on a practical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shows: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4028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asset list with map view</a:t>
            </a:r>
            <a:endParaRPr lang="en-US" sz="1400" dirty="0"/>
          </a:p>
          <a:p>
            <a:pPr marL="203200" indent="-203200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detection overlays per image</a:t>
            </a:r>
            <a:endParaRPr lang="en-US" sz="1400" dirty="0"/>
          </a:p>
          <a:p>
            <a:pPr marL="203200" indent="-203200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and risk indicators</a:t>
            </a:r>
            <a:endParaRPr lang="en-US" sz="1400" dirty="0"/>
          </a:p>
          <a:p>
            <a:pPr marL="203200" indent="-203200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trend charts per asset</a:t>
            </a:r>
            <a:endParaRPr lang="en-US" sz="1400" dirty="0"/>
          </a:p>
          <a:p>
            <a:pPr marL="203200" indent="-203200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High-priority asset queue for teams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80760" y="1828800"/>
            <a:ext cx="0" cy="402336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828800"/>
          <a:ext cx="5120640" cy="35661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React, Vite, Tailwind CSS, Recharts, Maps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Python, FastAPI, PostgreSQL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 Vision / 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YOLO11n/s, OpenCV, PyTorch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Vercel (frontend), Cloud/VM (ML + backend)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DB834F1C-E37A-EC56-1344-EF5A10854E0E}"/>
              </a:ext>
            </a:extLst>
          </p:cNvPr>
          <p:cNvSpPr txBox="1"/>
          <p:nvPr/>
        </p:nvSpPr>
        <p:spPr>
          <a:xfrm>
            <a:off x="358858" y="6361981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ENIGMO   |   LOGIC LEAGUE 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ROADMAP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scope, what's next, and thank you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— Hackathon Build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4028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infrastructure category (roads or bridges)</a:t>
            </a:r>
            <a:endParaRPr lang="en-US" sz="1400" dirty="0"/>
          </a:p>
          <a:p>
            <a:pPr marL="203200" indent="-203200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Limited, well-chosen defect types</a:t>
            </a:r>
            <a:endParaRPr lang="en-US" sz="1400" dirty="0"/>
          </a:p>
          <a:p>
            <a:pPr marL="203200" indent="-203200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detection, severity and prioritization pipeline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80760" y="1828800"/>
            <a:ext cx="0" cy="274320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828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24028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defect types and infrastructure categories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/ video feed integration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inspection app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(learned) risk scoring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5029200"/>
            <a:ext cx="110642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8858" y="6353355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ENIGMO   |   LOGIC LEAGUE 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13</TotalTime>
  <Words>568</Words>
  <Application>Microsoft Office PowerPoint</Application>
  <PresentationFormat>Widescreen</PresentationFormat>
  <Paragraphs>115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Century Gothic</vt:lpstr>
      <vt:lpstr>Garamond</vt:lpstr>
      <vt:lpstr>Savon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Riya Riya</cp:lastModifiedBy>
  <cp:revision>4</cp:revision>
  <dcterms:created xsi:type="dcterms:W3CDTF">2026-09-17T05:32:31Z</dcterms:created>
  <dcterms:modified xsi:type="dcterms:W3CDTF">2026-10-07T08:12:15Z</dcterms:modified>
</cp:coreProperties>
</file>